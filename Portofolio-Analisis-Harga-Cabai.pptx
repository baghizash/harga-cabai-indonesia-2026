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</a:rPr>
              <a:t>ANALISIS HARGA CABAI INDONESIA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 i="0">
                <a:solidFill>
                  <a:srgbClr val="FFFFFF"/>
                </a:solidFill>
              </a:rPr>
              <a:t>Lonjakan Oktober, Volatilitas, dan Disparitas Antar Provinsi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</a:rPr>
              <a:t>Data harian PIHPS / Bank Indonesia — 4 komoditas cabai, 34 provinsi, Januari 2025 sampai Oktober 2026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</a:rPr>
              <a:t>Plus: paket dashboard Power BI (star schema, DAX, panduan rakit)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</a:rPr>
              <a:t>BAGHIZ ASSHIDDIQIE ARASYA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Kenapa Cabai?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Cabai adalah komoditas pangan paling volatile di Indonesia: harganya bisa melonjak puluhan persen dalam hitungan hari dan langsung terasa di inflasi.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Analisis ini memakai 4 komoditas PIHPS: Cabai Merah Besar, Cabai Merah Keriting, Cabai Rawit Hijau, dan Cabai Rawit Merah.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Pertanyaan: bagaimana harga bergerak di 2026, cabai mana yang paling liar, di provinsi mana harganya paling mahal, dan seberapa besar lonjakan Oktober 2026?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Jawaban dicari dari data harian resmi, bukan dari perkiraan.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1">
                <a:solidFill>
                  <a:srgbClr val="6B7280"/>
                </a:solidFill>
              </a:rPr>
              <a:t>Sumber data: API publik PIHPS / Bank Indonesia (hargapangan.id), Pasar Tradisional.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Data dan Metode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Data harian API PIHPS: 2025-01-01 sampai 2026-10-16, 1,872 baris nasional + 59,436 baris provinsi (58,253 dengan harga).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Setiap pertanyaan dijawab dengan query SQL (sql/queries.sql) dan divisualisasikan dalam 10 chart dari data yang sama.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Untuk Power BI, data disusun ulang menjadi star schema: 1 tabel fakta + 3 tabel dimensi, lengkap dengan measure DAX dan panduan merakit dashboard.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Catatan jujur: PIHPS tidak mempublikasikan seri provinsi untuk beberapa kombinasi provinsi x komoditas (9 kombinasi) — dicatat sebagai gap, tidak diisi angka lain.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Tren Nasional 2025–2026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Rata-rata nasional 2026 tertinggi: Cabai Rawit Merah Rp74.530/kg, naik 13.3% dibanding 2025.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Cabai Merah Besar rata-rata Rp51.706/kg (-2.9% vs 2025); Keriting Rp53.277/kg (-4.2%); Rawit Hijau Rp56.578/kg (+10.7%).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Keempat komoditas bergerak searah pada lonjakan besar, tapi dengan amplitudo berbeda.</a:t>
            </a:r>
          </a:p>
        </p:txBody>
      </p:sp>
      <p:pic>
        <p:nvPicPr>
          <p:cNvPr id="5" name="Picture 4" descr="01_tren_nasional_4cab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430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Lonjakan Oktober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Cabai Rawit Merah menembus Rp100.000/kg pada 2026-09-30 (Rp100.550/kg).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Dan menembus Rp105.000/kg pada 2026-10-12 (Rp105.300/kg).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Dari akhir September (Rp100.550/kg) ke puncak Oktober (Rp105.300/kg pada 2026-10-12), naik 4.7%.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Kenaikan terbesar terjadi pada September: rata-rata bulanan naik +39.3% dibanding Agustus, lalu Oktober naik lagi +11.3%.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Lonjakan ini yang membuat cabai menjadi berita utama pertengahan Oktober 2026.</a:t>
            </a:r>
          </a:p>
        </p:txBody>
      </p:sp>
      <p:pic>
        <p:nvPicPr>
          <p:cNvPr id="5" name="Picture 4" descr="05_lonjakan_okto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430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Volatilitas: Cabai Mana yang Paling Liar?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Cabai Merah Keriting paling volatile di 2026: koefisien variasi 20.0%, rentang Rp39.650/kg sampai Rp88.350/kg.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Yang paling stabil: Cabai Rawit Hijau (CV 12.3%).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Volatilitas tinggi berarti harga sulit diprediksi: pedagang dan konsumen sama-sama menanggung ketidakpastian.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Lonjakan harian terbesar 2026: Cabai Merah Keriting +20.4% pada 2026-05-25, Cabai Merah Besar +17.2% pada 2026-05-25.</a:t>
            </a:r>
          </a:p>
        </p:txBody>
      </p:sp>
      <p:pic>
        <p:nvPicPr>
          <p:cNvPr id="5" name="Picture 4" descr="03_volatili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Disparitas Antar Provinsi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2026, Cabai Rawit Merah termahal di Maluku Utara (rata-rata Rp113.213/kg), termurah di Sumatera Utara (Rp46.494/kg) — selisih Rp66.719/kg (143.5%).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DKI Jakarta Rp78.792/kg, +5.7% terhadap rata-rata nasional.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Harga di provinsi timur dan kepulauan cenderung lebih mahal: biaya logistik dan rantai pasok yang lebih panjang.</a:t>
            </a:r>
          </a:p>
        </p:txBody>
      </p:sp>
      <p:pic>
        <p:nvPicPr>
          <p:cNvPr id="5" name="Picture 4" descr="06_provinsi_termah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29169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Paket Dashboard Power BI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Star schema siap import: fact_harga_cabai + dim_komoditas + dim_wilayah + dim_tanggal.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15 measure DAX siap tempel: rata-rata, MoM %, YoY %, MA 7 hari, volatilitas (CV %), peringkat provinsi, selisih vs nasional.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Layout 4 halaman: Overview, Per Komoditas, Per Wilayah, Volatilitas — lengkap dengan spesifikasi tiap visual.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Panduan rakit langkah demi langkah untuk Power BI Desktop di Windows: import, relasi, mark date table, tempel DAX, bangun visual, publish.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Insight dan Rekomendasi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1. Pantau Rawit Merah (paling mahal, rata-rata 2026 Rp74.530/kg) dan Keriting (paling volatile, CV 20.0%).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2. Siapkan skenario lonjakan: lonjakan harian terbesar +20.4% (Cabai Merah Keriting, 2026-05-25) menunjukkan harga bisa melonjak dalam sehari.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3. Fokus ke provinsi timur: disparitas harga antar provinsi mencapai puluhan persen — distribusi dan logistik adalah bagian dari masalah.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4. Gunakan dashboard Power BI untuk pemantauan harian: MA 7 hari dan MoM % memberi sinyal lebih awal daripada harga harian mentah.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 i="0">
                <a:solidFill>
                  <a:srgbClr val="1E3A8A"/>
                </a:solidFill>
              </a:rPr>
              <a:t>Penutup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371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Semua angka di deck ini dihitung dari data harian API PIHPS / Bank Indonesia — dapat direproduksi dengan menjalankan scripts/fetch_pihps.py lalu scripts/analyze.py.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Struktur proyek: analysis.ipynb, data/raw, sql/queries.sql, scripts, charts, powerbi/ (kit dashboard), findings.json.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Keterbatasan: PIHPS melaporkan pada hari kerja pasar (bukan setiap hari kalender); beberapa kombinasi provinsi x komoditas tidak dipublikasikan dan dicatat sebagai gap.</a:t>
            </a:r>
          </a:p>
          <a:p>
            <a:pPr marL="171450" indent="-171450">
              <a:spcBef>
                <a:spcPts val="200"/>
              </a:spcBef>
              <a:spcAft>
                <a:spcPts val="1000"/>
              </a:spcAft>
              <a:buChar char="•"/>
            </a:pPr>
            <a:r>
              <a:rPr sz="1700" b="0" i="0">
                <a:solidFill>
                  <a:srgbClr val="1F2937"/>
                </a:solidFill>
              </a:rPr>
              <a:t>Terima kasih.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